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第一页：项目概况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8EF0D4-7450-4905-8F99-2E080A81B0FF}"/>
              </a:ext>
            </a:extLst>
          </p:cNvPr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项目进展更新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固定页序标识：PAGE-1</a:t>
            </a:r>
          </a:p>
        </p:txBody>
      </p:sp>
      <p:pic>
        <p:nvPicPr>
          <p:cNvPr id="5" name="validation-picture" descr="fi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292608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29260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未编辑图片说明：黄方块与白圆。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第二页：数据保留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未编辑中文：第二页原文。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第三页：收尾记录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未编辑中文：第三页原文。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