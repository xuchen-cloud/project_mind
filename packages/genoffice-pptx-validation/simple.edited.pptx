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C4D4C-DB80-4B47-8695-FCBEFD22414E}"/>
              </a:ext>
            </a:extLst>
          </p:cNvPr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5" name="validation-picture" descr="fixture.png">
            <a:extLst>
              <a:ext uri="{FF2B5EF4-FFF2-40B4-BE49-F238E27FC236}">
                <a16:creationId xmlns:a16="http://schemas.microsoft.com/office/drawing/2014/main" id="{E14FA4C4-B529-4C61-9700-301A17A4C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292608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