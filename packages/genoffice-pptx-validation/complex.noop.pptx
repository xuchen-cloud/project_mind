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业务数量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演讲者备注第1页：此内容必须保留。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演讲者备注第2页：此内容必须保留。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演讲者备注第3页：此内容必须保留。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第一页：项目概况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项目进展正常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固定页序标识：PAGE-1</a:t>
            </a:r>
          </a:p>
        </p:txBody>
      </p:sp>
      <p:pic>
        <p:nvPicPr>
          <p:cNvPr id="7" name="validation-picture" descr="fi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0320"/>
            <a:ext cx="292608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未编辑图片说明：黄方块与白圆。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第二页：数据保留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未编辑中文：第二页原文。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60960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中文资料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保留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图表验证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第三页：收尾记录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未编辑中文：第三页原文。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2194560"/>
          <a:ext cx="804672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