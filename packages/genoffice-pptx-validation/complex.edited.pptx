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业务数量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演讲者备注第1页：此内容必须保留。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演讲者备注第2页：此内容必须保留。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演讲者备注第3页：此内容必须保留。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第一页：项目概况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81E0A-543A-4B02-BAF0-DF74E4E25D23}"/>
              </a:ext>
            </a:extLst>
          </p:cNvPr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项目进展更新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固定页序标识：PAGE-1</a:t>
            </a:r>
          </a:p>
        </p:txBody>
      </p:sp>
      <p:pic>
        <p:nvPicPr>
          <p:cNvPr id="7" name="validation-picture" descr="fixture.png">
            <a:extLst>
              <a:ext uri="{FF2B5EF4-FFF2-40B4-BE49-F238E27FC236}">
                <a16:creationId xmlns:a16="http://schemas.microsoft.com/office/drawing/2014/main" id="{AA703F07-7494-465A-878E-DF8CB7713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60320"/>
            <a:ext cx="292608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未编辑图片说明：黄方块与白圆。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第二页：数据保留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未编辑中文：第二页原文。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60960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中文资料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图表验证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第三页：收尾记录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未编辑中文：第三页原文。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2194560"/>
          <a:ext cx="804672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